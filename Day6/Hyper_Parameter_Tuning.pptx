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38B5C-4A3B-4517-AAEA-1700FE4C4386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C653D-6B2D-40B6-9389-E38767584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09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4C653D-6B2D-40B6-9389-E38767584E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13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6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4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05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2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2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4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4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9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7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57E4C-D627-47AB-AF7D-6182216904EC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DC07C-E5D4-44C1-BDCA-473B2DFC5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45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Hyper Parameter Tuning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Dr</a:t>
            </a:r>
            <a:r>
              <a:rPr lang="en-US" dirty="0" smtClean="0"/>
              <a:t> Shantanu Pathak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2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843"/>
          </a:xfrm>
        </p:spPr>
        <p:txBody>
          <a:bodyPr/>
          <a:lstStyle/>
          <a:p>
            <a:r>
              <a:rPr lang="en-US" dirty="0" smtClean="0"/>
              <a:t>Hyper Parameter Tuning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560671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 Machine </a:t>
            </a:r>
            <a:r>
              <a:rPr lang="en-US" dirty="0"/>
              <a:t>L</a:t>
            </a:r>
            <a:r>
              <a:rPr lang="en-US" dirty="0" smtClean="0"/>
              <a:t>earning Models various parameters need to be tuned</a:t>
            </a:r>
          </a:p>
          <a:p>
            <a:r>
              <a:rPr lang="en-US" dirty="0" smtClean="0"/>
              <a:t>Looping on every parameter is not feasible</a:t>
            </a:r>
          </a:p>
          <a:p>
            <a:r>
              <a:rPr lang="en-US" dirty="0" smtClean="0"/>
              <a:t>So, there are techniques to search for right parameter values</a:t>
            </a:r>
          </a:p>
          <a:p>
            <a:pPr lvl="1"/>
            <a:r>
              <a:rPr lang="en-US" dirty="0" smtClean="0"/>
              <a:t>Grid Search CV</a:t>
            </a:r>
          </a:p>
          <a:p>
            <a:pPr lvl="2"/>
            <a:r>
              <a:rPr lang="en-US" dirty="0" smtClean="0"/>
              <a:t>Try all possible combinations of given parameters</a:t>
            </a:r>
          </a:p>
          <a:p>
            <a:pPr lvl="2"/>
            <a:r>
              <a:rPr lang="en-US" dirty="0" smtClean="0"/>
              <a:t>Exhaustive search</a:t>
            </a:r>
          </a:p>
          <a:p>
            <a:pPr lvl="2"/>
            <a:r>
              <a:rPr lang="en-US" dirty="0" smtClean="0"/>
              <a:t>Always returns optimal values</a:t>
            </a:r>
          </a:p>
          <a:p>
            <a:pPr lvl="1"/>
            <a:r>
              <a:rPr lang="en-US" dirty="0" smtClean="0"/>
              <a:t>Randomized Search CV</a:t>
            </a:r>
          </a:p>
          <a:p>
            <a:pPr lvl="2"/>
            <a:r>
              <a:rPr lang="en-US" dirty="0" smtClean="0"/>
              <a:t>From given range of parameters search few values randomly</a:t>
            </a:r>
          </a:p>
          <a:p>
            <a:pPr lvl="2"/>
            <a:r>
              <a:rPr lang="en-US" dirty="0" smtClean="0"/>
              <a:t>May not be optimal</a:t>
            </a:r>
          </a:p>
          <a:p>
            <a:pPr lvl="1"/>
            <a:r>
              <a:rPr lang="en-US" dirty="0" smtClean="0"/>
              <a:t>Halving Grid Search CV</a:t>
            </a:r>
          </a:p>
          <a:p>
            <a:pPr lvl="2"/>
            <a:r>
              <a:rPr lang="en-US" dirty="0" smtClean="0"/>
              <a:t>Each time while searching half the search space</a:t>
            </a:r>
          </a:p>
          <a:p>
            <a:pPr lvl="2"/>
            <a:r>
              <a:rPr lang="en-US" dirty="0" smtClean="0"/>
              <a:t>Efficient exhaustive search</a:t>
            </a:r>
          </a:p>
          <a:p>
            <a:pPr lvl="2"/>
            <a:r>
              <a:rPr lang="en-US" dirty="0" smtClean="0"/>
              <a:t>Always finds optimal values</a:t>
            </a:r>
          </a:p>
          <a:p>
            <a:pPr lvl="2"/>
            <a:r>
              <a:rPr lang="en-US" altLang="en-US" dirty="0" smtClean="0">
                <a:latin typeface="Arial Unicode MS"/>
              </a:rPr>
              <a:t>NOTE :</a:t>
            </a:r>
            <a:endParaRPr lang="en-US" dirty="0" smtClean="0"/>
          </a:p>
          <a:p>
            <a:pPr lvl="2"/>
            <a:r>
              <a:rPr lang="en-US" dirty="0" smtClean="0"/>
              <a:t>It </a:t>
            </a:r>
            <a:r>
              <a:rPr lang="en-US" sz="2100" dirty="0"/>
              <a:t>is still experimental </a:t>
            </a:r>
            <a:r>
              <a:rPr lang="en-US" sz="2100" dirty="0" smtClean="0"/>
              <a:t>feature, so you need to enable it using ,</a:t>
            </a:r>
            <a:endParaRPr lang="en-US" sz="2100" dirty="0"/>
          </a:p>
          <a:p>
            <a:pPr lvl="2"/>
            <a:r>
              <a:rPr lang="en-US" altLang="en-US" sz="2100" dirty="0"/>
              <a:t>from </a:t>
            </a:r>
            <a:r>
              <a:rPr lang="en-US" altLang="en-US" sz="2100" dirty="0" err="1"/>
              <a:t>sklearn.experimental</a:t>
            </a:r>
            <a:r>
              <a:rPr lang="en-US" altLang="en-US" sz="2100" dirty="0"/>
              <a:t> import </a:t>
            </a:r>
            <a:r>
              <a:rPr lang="en-US" altLang="en-US" sz="2100" dirty="0" err="1"/>
              <a:t>enable_halving_search_cv</a:t>
            </a:r>
            <a:r>
              <a:rPr lang="en-US" altLang="en-US" sz="2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41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1780"/>
          </a:xfrm>
        </p:spPr>
        <p:txBody>
          <a:bodyPr/>
          <a:lstStyle/>
          <a:p>
            <a:r>
              <a:rPr lang="en-US" dirty="0" smtClean="0"/>
              <a:t>Grid Search CV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1442"/>
            <a:ext cx="10515600" cy="535405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Example</a:t>
            </a:r>
          </a:p>
          <a:p>
            <a:r>
              <a:rPr lang="en-US" dirty="0" err="1" smtClean="0"/>
              <a:t>Param_grid</a:t>
            </a:r>
            <a:r>
              <a:rPr lang="en-US" dirty="0" smtClean="0"/>
              <a:t> = {‘</a:t>
            </a:r>
            <a:r>
              <a:rPr lang="en-US" dirty="0" err="1" smtClean="0"/>
              <a:t>n_estimators</a:t>
            </a:r>
            <a:r>
              <a:rPr lang="en-US" dirty="0" smtClean="0"/>
              <a:t>’ = [100,500],</a:t>
            </a:r>
          </a:p>
          <a:p>
            <a:r>
              <a:rPr lang="en-US" dirty="0" smtClean="0"/>
              <a:t>                           ‘</a:t>
            </a:r>
            <a:r>
              <a:rPr lang="en-US" dirty="0" err="1" smtClean="0"/>
              <a:t>max_depth</a:t>
            </a:r>
            <a:r>
              <a:rPr lang="en-US" dirty="0" smtClean="0"/>
              <a:t>’ =[4,5]}</a:t>
            </a:r>
          </a:p>
          <a:p>
            <a:r>
              <a:rPr lang="en-US" dirty="0" smtClean="0"/>
              <a:t>Now for </a:t>
            </a:r>
            <a:r>
              <a:rPr lang="en-US" b="1" dirty="0" err="1" smtClean="0"/>
              <a:t>RandomForestClassifier</a:t>
            </a:r>
            <a:endParaRPr lang="en-US" b="1" dirty="0" smtClean="0"/>
          </a:p>
          <a:p>
            <a:r>
              <a:rPr lang="en-US" dirty="0" smtClean="0"/>
              <a:t>There will be 4 combinations created</a:t>
            </a:r>
          </a:p>
          <a:p>
            <a:pPr lvl="1"/>
            <a:r>
              <a:rPr lang="en-US" dirty="0" err="1" smtClean="0"/>
              <a:t>n_estimators</a:t>
            </a:r>
            <a:r>
              <a:rPr lang="en-US" dirty="0" smtClean="0"/>
              <a:t> = 100 and </a:t>
            </a:r>
            <a:r>
              <a:rPr lang="en-US" dirty="0" err="1" smtClean="0"/>
              <a:t>max_depth</a:t>
            </a:r>
            <a:r>
              <a:rPr lang="en-US" dirty="0" smtClean="0"/>
              <a:t> = 4</a:t>
            </a:r>
          </a:p>
          <a:p>
            <a:pPr lvl="1"/>
            <a:r>
              <a:rPr lang="en-US" dirty="0" err="1" smtClean="0"/>
              <a:t>n_estimators</a:t>
            </a:r>
            <a:r>
              <a:rPr lang="en-US" dirty="0" smtClean="0"/>
              <a:t> = 100 and </a:t>
            </a:r>
            <a:r>
              <a:rPr lang="en-US" dirty="0" err="1" smtClean="0"/>
              <a:t>max_depth</a:t>
            </a:r>
            <a:r>
              <a:rPr lang="en-US" dirty="0" smtClean="0"/>
              <a:t> = 5</a:t>
            </a:r>
          </a:p>
          <a:p>
            <a:pPr lvl="1"/>
            <a:r>
              <a:rPr lang="en-US" dirty="0" err="1" smtClean="0"/>
              <a:t>n_estimators</a:t>
            </a:r>
            <a:r>
              <a:rPr lang="en-US" dirty="0" smtClean="0"/>
              <a:t> = 500 and </a:t>
            </a:r>
            <a:r>
              <a:rPr lang="en-US" dirty="0" err="1" smtClean="0"/>
              <a:t>max_depth</a:t>
            </a:r>
            <a:r>
              <a:rPr lang="en-US" dirty="0" smtClean="0"/>
              <a:t> = 4</a:t>
            </a:r>
          </a:p>
          <a:p>
            <a:pPr lvl="1"/>
            <a:r>
              <a:rPr lang="en-US" dirty="0" err="1" smtClean="0"/>
              <a:t>n_estimators</a:t>
            </a:r>
            <a:r>
              <a:rPr lang="en-US" dirty="0" smtClean="0"/>
              <a:t> = 500 and </a:t>
            </a:r>
            <a:r>
              <a:rPr lang="en-US" dirty="0" err="1" smtClean="0"/>
              <a:t>max_depth</a:t>
            </a:r>
            <a:r>
              <a:rPr lang="en-US" dirty="0" smtClean="0"/>
              <a:t> = 5</a:t>
            </a:r>
          </a:p>
          <a:p>
            <a:r>
              <a:rPr lang="en-US" b="1" dirty="0" smtClean="0"/>
              <a:t>ALSO</a:t>
            </a:r>
            <a:r>
              <a:rPr lang="en-US" dirty="0" smtClean="0"/>
              <a:t> is CV=2 : then there will be two splits of data and two times training and validation will take place</a:t>
            </a:r>
          </a:p>
          <a:p>
            <a:r>
              <a:rPr lang="en-US" dirty="0" smtClean="0"/>
              <a:t>So, in total 4 * 2 = 8 times training and validation will happen</a:t>
            </a:r>
          </a:p>
        </p:txBody>
      </p:sp>
    </p:spTree>
    <p:extLst>
      <p:ext uri="{BB962C8B-B14F-4D97-AF65-F5344CB8AC3E}">
        <p14:creationId xmlns:p14="http://schemas.microsoft.com/office/powerpoint/2010/main" val="4122527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203</Words>
  <Application>Microsoft Office PowerPoint</Application>
  <PresentationFormat>Widescreen</PresentationFormat>
  <Paragraphs>33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Unicode MS</vt:lpstr>
      <vt:lpstr>Calibri</vt:lpstr>
      <vt:lpstr>Calibri Light</vt:lpstr>
      <vt:lpstr>Office Theme</vt:lpstr>
      <vt:lpstr>Hyper Parameter Tuning</vt:lpstr>
      <vt:lpstr>Hyper Parameter Tuning</vt:lpstr>
      <vt:lpstr>Grid Search CV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cdacstaff</dc:creator>
  <cp:lastModifiedBy>cdacstaff</cp:lastModifiedBy>
  <cp:revision>35</cp:revision>
  <dcterms:created xsi:type="dcterms:W3CDTF">2023-01-07T09:44:09Z</dcterms:created>
  <dcterms:modified xsi:type="dcterms:W3CDTF">2023-01-07T11:18:11Z</dcterms:modified>
</cp:coreProperties>
</file>