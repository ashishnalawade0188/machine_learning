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BvRGK9V6QkZDmgB0EHNVBF7UN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F79E54-DF2E-4E05-AA6E-702C05B96545}">
  <a:tblStyle styleId="{D2F79E54-DF2E-4E05-AA6E-702C05B965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gif"/><Relationship Id="rId4" Type="http://schemas.openxmlformats.org/officeDocument/2006/relationships/hyperlink" Target="https://towardsdatascience.com/the-5-clustering-algorithms-data-scientists-need-to-know-a36d136ef68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towardsdatascience.com/machine-learning-clustering-dbscan-determine-the-optimal-value-for-epsilon-eps-python-example-3100091cfbc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hyperlink" Target="https://scikit-learn.org/stable/auto_examples/cluster/plot_cluster_comparison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Unsupervised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Unsupervised Learning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557611"/>
            <a:ext cx="10515600" cy="48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Doesn’t require label / target (Y)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features are required (X)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requires training on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 patterns in training data and use it predict pattern or group of test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 new data based on learnt patterns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Limited performance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Prone to errors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Analysis of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Finding similar groups / segments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Fraud Detection / Outlier Detection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2509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Unsupervised Learning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576552"/>
            <a:ext cx="10515600" cy="4855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Common Machine Learning Tasks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Clustering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Association Rule Mining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Anomaly / Outlier / Fraud Detection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 u="sng"/>
              <a:t>Common Deep Learning Tasks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Data Generation ( Generative Networks)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Image generation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Speech synthesis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Text generation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Language Modeling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Topic modeling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Clustering</a:t>
            </a:r>
            <a:br>
              <a:rPr lang="en-US"/>
            </a:br>
            <a:r>
              <a:rPr lang="en-US" sz="3600"/>
              <a:t>(Cluster Analysis)</a:t>
            </a:r>
            <a:endParaRPr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838200" y="1466192"/>
            <a:ext cx="10515600" cy="5076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Grouping similar objects together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the points which are outliers/ don’t belong to any cluster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need of labels / target values ( human intervention)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Limited performance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Application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Segmentation of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Basic data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838200" y="237067"/>
            <a:ext cx="10515600" cy="95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Methods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838200" y="1512711"/>
            <a:ext cx="10515600" cy="5023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K-means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Data Segmentation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 mini batch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Hierarchical Clustering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descriptive Analysis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Agglomerative Clustering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DBSCAN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Limitedly used for outlier detection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Isolation Forest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Outlier detection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838200" y="225778"/>
            <a:ext cx="10515600" cy="86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 means clustering</a:t>
            </a:r>
            <a:endParaRPr/>
          </a:p>
        </p:txBody>
      </p:sp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838200" y="1092376"/>
            <a:ext cx="10515600" cy="5568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Creates K clusters based on Euclidean distance between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Aims at reducing inertia / WCSS ( Within Cluster Sum of Squares)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 point one cluster number is assigned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Training and Testing is possible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Unseen data can be assigned one of the learned cluster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Advantages: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Humanly Interpretable outputs</a:t>
            </a:r>
            <a:endParaRPr/>
          </a:p>
          <a:p>
            <a:pPr indent="-12191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Dis-Advantages: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Directly can’t find outliers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Difficult to find right 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Solution: Fixed after multiple trials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Requires huge memory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Solution : </a:t>
            </a:r>
            <a:r>
              <a:rPr b="1" lang="en-US"/>
              <a:t>K mini batch </a:t>
            </a:r>
            <a:r>
              <a:rPr lang="en-US"/>
              <a:t>algorithm : processes K means in small batches of points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Application: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segmentation of data</a:t>
            </a:r>
            <a:endParaRPr/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1770" y="1181981"/>
            <a:ext cx="3371674" cy="82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1"/>
            <a:ext cx="10515600" cy="788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 means Training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788277"/>
            <a:ext cx="10515600" cy="589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Input from user: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X_train ( without Y_train / label / target)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 -&gt; number of clusters to be created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1: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Select K random points from data as centroids (smartly using k-means++)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2: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 distance of every point from every centroid :: size ( n by k 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3: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Based on closest centroid assign the cluster no to every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4: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Calculate NEW centroid for every cluster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Formula: m is number of points in a cluster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X1_centroid = (x1_1 + x1_2 + … + x1_m) / 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X2_centroid = (x2_1 + x2_2 + …. + x2_m) / 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5: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All New centroids and old centroids are same 🡪 STOP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Else : go to step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 means Testing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new point / test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Find the distance from all centroids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Assign cluster based on closest centroid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Return the cluster number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1601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Hierarchical Clustering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466192"/>
            <a:ext cx="10515600" cy="5076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Creates Clusters of points step by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Single cluster – N number of clusters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Represented using dendrogram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descriptive analysis of data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Huge memory requirement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Too Slow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predict on new data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Agglomerative ( bottom-up)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Divisive ( top – down)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Clustering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68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known as </a:t>
            </a:r>
            <a:r>
              <a:rPr i="1" lang="en-US"/>
              <a:t>Agglomerative Nesting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Algorithm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Every point is considered as one cluster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Calculate closeness between all pair of clusters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each cluster find the closest cluster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Merge the closest clusters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Stop when only ONE cluster remains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algorithm when shown graphically, creates a dendrogram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Clustering</a:t>
            </a:r>
            <a:endParaRPr/>
          </a:p>
        </p:txBody>
      </p:sp>
      <p:pic>
        <p:nvPicPr>
          <p:cNvPr id="150" name="Google Shape;150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13034"/>
            <a:ext cx="10515600" cy="4713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Clustering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838200" y="1545022"/>
            <a:ext cx="10515600" cy="5044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find closeness in clusters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Linkage / linkage distance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Types of Linkage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Single Linkage </a:t>
            </a:r>
            <a:r>
              <a:rPr lang="en-US"/>
              <a:t>: take minimum of distance between any two points of two clusters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Complete (max) Linkage </a:t>
            </a:r>
            <a:r>
              <a:rPr lang="en-US"/>
              <a:t>: take maximum of distance between any two points of two clusters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Average Linkage </a:t>
            </a:r>
            <a:r>
              <a:rPr lang="en-US"/>
              <a:t>: Take average of distance between all points of two clusters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Ward Linkage </a:t>
            </a:r>
            <a:r>
              <a:rPr lang="en-US"/>
              <a:t>: first new centroid after merging two clusters is calculated and then, sum of square of distance of each point from centroid in a cluster is found. Two clusters which will have minimum sum of squares will be chosen to be merged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Clustering</a:t>
            </a:r>
            <a:endParaRPr/>
          </a:p>
        </p:txBody>
      </p:sp>
      <p:pic>
        <p:nvPicPr>
          <p:cNvPr id="162" name="Google Shape;16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0652" l="0" r="49546" t="0"/>
          <a:stretch/>
        </p:blipFill>
        <p:spPr>
          <a:xfrm>
            <a:off x="472865" y="2569779"/>
            <a:ext cx="3831121" cy="37364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49547" t="51159"/>
          <a:stretch/>
        </p:blipFill>
        <p:spPr>
          <a:xfrm>
            <a:off x="8219053" y="2569779"/>
            <a:ext cx="3636616" cy="37364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3">
            <a:alphaModFix/>
          </a:blip>
          <a:srcRect b="45942" l="49546" r="0" t="0"/>
          <a:stretch/>
        </p:blipFill>
        <p:spPr>
          <a:xfrm>
            <a:off x="4303985" y="2569779"/>
            <a:ext cx="3915067" cy="37364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Clustering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239111" y="1970263"/>
            <a:ext cx="665042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find number of clusters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from dendrogram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the dendrogram locate the largest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vertical difference between nodes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the middle pass an horizontal line.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Count number of vertical lines intersecting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is the optimal number of clusters </a:t>
            </a:r>
            <a:endParaRPr/>
          </a:p>
        </p:txBody>
      </p:sp>
      <p:pic>
        <p:nvPicPr>
          <p:cNvPr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531" y="1433864"/>
            <a:ext cx="5302469" cy="542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917222" y="25777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Extra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838200" y="365126"/>
            <a:ext cx="10515600" cy="786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DBSCAN</a:t>
            </a:r>
            <a:endParaRPr/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838200" y="1253069"/>
            <a:ext cx="10515600" cy="529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Density-Based Spatial Clustering of Applications with Noise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eps and  min_samples to decide the density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Advantage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Doesn’t require number of clusters at the beginning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cluster even complex shapes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Robust in detecting outliers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Disadvantage: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Can’t predict on new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Requires standardized or scaled data for ease in fine tuning parameters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Slow and requires excessive memory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Tuning eps and min_samples requires expertise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Application: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Limitedly used for finding outliers / anomalies in existing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DBSCAN algorithm</a:t>
            </a:r>
            <a:endParaRPr/>
          </a:p>
        </p:txBody>
      </p:sp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530578" y="1207912"/>
            <a:ext cx="10823222" cy="4969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1: First select a random point from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2: For selected point, Find all the points which have distance less than eps , these are called as neighbors. Count neighbors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3: if count &gt;= min_samples -&gt; mark this point as </a:t>
            </a:r>
            <a:r>
              <a:rPr b="1" lang="en-US" u="sng"/>
              <a:t>core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4: else: check if there is any core point in neighbors any core point is there  ? -&gt; Yes then mark point as </a:t>
            </a:r>
            <a:r>
              <a:rPr b="1" lang="en-US" u="sng"/>
              <a:t>boundary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5: else: mark point as </a:t>
            </a:r>
            <a:r>
              <a:rPr b="1" lang="en-US" u="sng"/>
              <a:t>noise / outlier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6: For boundary point assign same cluster number as core point in neighbor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core point if already some point in neighbor having cluster number, assign the same cluster number, ELSE give new cluster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7: Select not visited point from neighbor (if present) else select random unvisited point and go to step 2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DBSCAN Working</a:t>
            </a:r>
            <a:endParaRPr/>
          </a:p>
        </p:txBody>
      </p:sp>
      <p:pic>
        <p:nvPicPr>
          <p:cNvPr id="194" name="Google Shape;19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1312" y="1981994"/>
            <a:ext cx="6429375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428979" y="6127234"/>
            <a:ext cx="10802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https://towardsdatascience.com/the-5-clustering-algorithms-data-scientists-need-to-know-a36d136ef68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DBSCAN finding right eps</a:t>
            </a:r>
            <a:endParaRPr/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135466" y="1690688"/>
            <a:ext cx="7289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Knee method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Calculate distance of closest neighbor from every point ( using NearestNeighbours Algorithm)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 the values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Plot them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Find the Knee , where there is sharp change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means after that distance value suddenly points start to become scattered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35466" y="5665569"/>
            <a:ext cx="1080962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https://towardsdatascience.com/machine-learning-clustering-dbscan-determine-the-optimal-value-for-epsilon-eps-python-example-3100091cfbc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9422" y="1730712"/>
            <a:ext cx="5102578" cy="3593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67" y="101600"/>
            <a:ext cx="7210778" cy="63556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0"/>
          <p:cNvGraphicFramePr/>
          <p:nvPr/>
        </p:nvGraphicFramePr>
        <p:xfrm>
          <a:off x="6897512" y="10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{D2F79E54-DF2E-4E05-AA6E-702C05B96545}</a:tableStyleId>
              </a:tblPr>
              <a:tblGrid>
                <a:gridCol w="1600700"/>
                <a:gridCol w="1600700"/>
                <a:gridCol w="1600700"/>
              </a:tblGrid>
              <a:tr h="3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Data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K-means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DBSCAN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Complex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w/o outliers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Complex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w/o outliers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Simple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with outliers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Complex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with outliers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Simple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w/o outliers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Scattered Data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Single cluster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0" name="Google Shape;210;p20"/>
          <p:cNvSpPr/>
          <p:nvPr/>
        </p:nvSpPr>
        <p:spPr>
          <a:xfrm>
            <a:off x="9079524" y="869243"/>
            <a:ext cx="438095" cy="395112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9079524" y="1811865"/>
            <a:ext cx="438095" cy="395112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9079524" y="2754487"/>
            <a:ext cx="438095" cy="395112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079523" y="5971821"/>
            <a:ext cx="438095" cy="395112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9079523" y="3889021"/>
            <a:ext cx="438095" cy="395112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40" y="869242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40" y="1820430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40" y="2933844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39" y="3914519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39" y="4932077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438" y="5949635"/>
            <a:ext cx="353115" cy="3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9523" y="4932077"/>
            <a:ext cx="353115" cy="37798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293511" y="6519446"/>
            <a:ext cx="7199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https://scikit-learn.org/stable/auto_examples/cluster/plot_cluster_comparison.html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Extra: K means++ : Choosing Initial points / Seeds</a:t>
            </a:r>
            <a:endParaRPr/>
          </a:p>
        </p:txBody>
      </p:sp>
      <p:sp>
        <p:nvSpPr>
          <p:cNvPr id="228" name="Google Shape;228;p21"/>
          <p:cNvSpPr txBox="1"/>
          <p:nvPr>
            <p:ph idx="1" type="body"/>
          </p:nvPr>
        </p:nvSpPr>
        <p:spPr>
          <a:xfrm>
            <a:off x="838200" y="1809859"/>
            <a:ext cx="10800693" cy="4764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Assume there are n points in data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Select first centroid randomly from n points ( uniform distribution)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Calculate distance of all remaining points from all selected centroids. Take the distance from closest centroid as ‘d’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Select next centroid from remaining points based on probability ( probability = d^2) so, higher ‘d’ higher probability of point getting selected as centroid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Repeat step 3 &amp; 4 till we select k centroids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2022-02-03T06:24:38Z</dcterms:created>
  <dc:creator>dac</dc:creator>
</cp:coreProperties>
</file>