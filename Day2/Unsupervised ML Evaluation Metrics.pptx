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65" r:id="rId2"/>
    <p:sldId id="276" r:id="rId3"/>
    <p:sldId id="26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6rh9nGDq3IT0lMXSAjJGuyJHq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customschemas.google.com/relationships/presentationmetadata" Target="metadata"/><Relationship Id="rId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4" Type="http://schemas.openxmlformats.org/officeDocument/2006/relationships/slide" Target="slides/slide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41012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180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449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>
            <a:spLocks noGrp="1"/>
          </p:cNvSpPr>
          <p:nvPr>
            <p:ph type="ctrTitle"/>
          </p:nvPr>
        </p:nvSpPr>
        <p:spPr>
          <a:xfrm>
            <a:off x="1324707" y="189608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Evaluation Metric For </a:t>
            </a:r>
            <a:br>
              <a:rPr lang="en-US" dirty="0"/>
            </a:br>
            <a:r>
              <a:rPr lang="en-US" dirty="0"/>
              <a:t>Un-Supervised 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Evaluation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Clustering algorithms group the data together</a:t>
            </a:r>
          </a:p>
          <a:p>
            <a:r>
              <a:rPr lang="en-US" dirty="0" smtClean="0"/>
              <a:t>In training there is no label present</a:t>
            </a:r>
          </a:p>
          <a:p>
            <a:r>
              <a:rPr lang="en-US" dirty="0" smtClean="0"/>
              <a:t>They assign the group numbers </a:t>
            </a:r>
            <a:r>
              <a:rPr lang="en-US" b="1" u="sng" dirty="0" smtClean="0"/>
              <a:t>randomly</a:t>
            </a:r>
            <a:r>
              <a:rPr lang="en-US" dirty="0" smtClean="0"/>
              <a:t> to the groups</a:t>
            </a:r>
          </a:p>
          <a:p>
            <a:pPr lvl="1"/>
            <a:r>
              <a:rPr lang="en-US" dirty="0" smtClean="0"/>
              <a:t>Group number is not fixed , its not like class</a:t>
            </a:r>
          </a:p>
          <a:p>
            <a:pPr lvl="1"/>
            <a:r>
              <a:rPr lang="en-US" dirty="0" smtClean="0"/>
              <a:t>So, same algorithms at different times may give different number to same group</a:t>
            </a:r>
          </a:p>
          <a:p>
            <a:pPr lvl="1"/>
            <a:r>
              <a:rPr lang="en-US" dirty="0" smtClean="0"/>
              <a:t>So, two different clustering algorithms may give a different number to the same group.</a:t>
            </a:r>
          </a:p>
          <a:p>
            <a:r>
              <a:rPr lang="en-US" dirty="0" smtClean="0"/>
              <a:t>Evaluating clustering is more challenging than supervised learning because no labels in training and group numbers are also not fixed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2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>
            <a:spLocks noGrp="1"/>
          </p:cNvSpPr>
          <p:nvPr>
            <p:ph type="title"/>
          </p:nvPr>
        </p:nvSpPr>
        <p:spPr>
          <a:xfrm>
            <a:off x="457201" y="212727"/>
            <a:ext cx="11445766" cy="94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Evaluation Parameters </a:t>
            </a:r>
            <a:r>
              <a:rPr lang="en-US" sz="2800" dirty="0"/>
              <a:t>(Quality Measures: Don’t require Labels)</a:t>
            </a:r>
            <a:endParaRPr dirty="0"/>
          </a:p>
        </p:txBody>
      </p:sp>
      <p:sp>
        <p:nvSpPr>
          <p:cNvPr id="155" name="Google Shape;155;p11"/>
          <p:cNvSpPr txBox="1">
            <a:spLocks noGrp="1"/>
          </p:cNvSpPr>
          <p:nvPr>
            <p:ph type="body" idx="1"/>
          </p:nvPr>
        </p:nvSpPr>
        <p:spPr>
          <a:xfrm>
            <a:off x="630621" y="1184033"/>
            <a:ext cx="10723179" cy="554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Silhouette Coefficient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uses: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intra-cluster distance for each sample (cohesion)(a)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of distances between samples within the cluster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nearest-cluster distance for each sample (separation)(b)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Mean of distance between any sample to nearest cluster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(b-a) / max(</a:t>
            </a:r>
            <a:r>
              <a:rPr lang="en-US" dirty="0" err="1"/>
              <a:t>a,b</a:t>
            </a:r>
            <a:r>
              <a:rPr lang="en-US" dirty="0"/>
              <a:t>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best value is 1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worst value is -1.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Values near 0 indicate overlapping clusters.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Negative values generally indicate wrong cluster for the sample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It shows compactness so, complex shape’s compactness cannot be represented properly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smtClean="0"/>
              <a:t>Within Cluster Sum of Squares (WCSS)</a:t>
            </a:r>
          </a:p>
          <a:p>
            <a:pPr marL="685800" lvl="1" indent="-228600">
              <a:spcBef>
                <a:spcPts val="1000"/>
              </a:spcBef>
              <a:buSzPct val="100000"/>
            </a:pPr>
            <a:r>
              <a:rPr lang="en-US" dirty="0" smtClean="0"/>
              <a:t>Take sum of Square of distance of every point in the cluster from its centroid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smtClean="0"/>
              <a:t>Extra</a:t>
            </a:r>
            <a:r>
              <a:rPr lang="en-US" b="1" dirty="0"/>
              <a:t>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Davies-</a:t>
            </a:r>
            <a:r>
              <a:rPr lang="en-US" b="1" dirty="0" err="1"/>
              <a:t>Bouldin</a:t>
            </a:r>
            <a:r>
              <a:rPr lang="en-US" b="1" dirty="0"/>
              <a:t> score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 err="1"/>
              <a:t>Calinski</a:t>
            </a:r>
            <a:r>
              <a:rPr lang="en-US" b="1" dirty="0"/>
              <a:t> and </a:t>
            </a:r>
            <a:r>
              <a:rPr lang="en-US" b="1" dirty="0" err="1"/>
              <a:t>Harabasz</a:t>
            </a:r>
            <a:r>
              <a:rPr lang="en-US" b="1" dirty="0"/>
              <a:t> </a:t>
            </a:r>
            <a:r>
              <a:rPr lang="en-US" b="1" dirty="0" smtClean="0"/>
              <a:t>score</a:t>
            </a:r>
            <a:endParaRPr dirty="0"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439" y="2672100"/>
            <a:ext cx="2351033" cy="143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7986" y="5718812"/>
            <a:ext cx="3371674" cy="827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217</Words>
  <Application>Microsoft Office PowerPoint</Application>
  <PresentationFormat>Widescreen</PresentationFormat>
  <Paragraphs>27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Evaluation Metric For  Un-Supervised Learning</vt:lpstr>
      <vt:lpstr>Clustering Evaluation</vt:lpstr>
      <vt:lpstr>Evaluation Parameters (Quality Measures: Don’t require Labels)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Metric For Machine Learning</dc:title>
  <dc:creator>Lenovo</dc:creator>
  <cp:lastModifiedBy>cdacstaff</cp:lastModifiedBy>
  <cp:revision>66</cp:revision>
  <dcterms:created xsi:type="dcterms:W3CDTF">2021-05-25T04:24:48Z</dcterms:created>
  <dcterms:modified xsi:type="dcterms:W3CDTF">2025-05-20T11:21:20Z</dcterms:modified>
</cp:coreProperties>
</file>