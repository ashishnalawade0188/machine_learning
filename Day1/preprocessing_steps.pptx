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5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7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6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8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4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2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0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8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1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9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9923A-6FD5-4A2D-A5DB-51D6865AE601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0E68C-5205-46A9-BAA7-BAA82D2C6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6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4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966"/>
            <a:ext cx="10515600" cy="950460"/>
          </a:xfrm>
        </p:spPr>
        <p:txBody>
          <a:bodyPr/>
          <a:lstStyle/>
          <a:p>
            <a:r>
              <a:rPr lang="en-US" dirty="0" smtClean="0"/>
              <a:t>Preprocessing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7426"/>
            <a:ext cx="10515600" cy="571817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0. Train &amp; Test split ( After separating X &amp; Y)</a:t>
            </a:r>
          </a:p>
          <a:p>
            <a:r>
              <a:rPr lang="en-US" dirty="0" smtClean="0"/>
              <a:t>1. Unique Value Analysis </a:t>
            </a:r>
            <a:r>
              <a:rPr lang="en-US" dirty="0" smtClean="0">
                <a:sym typeface="Wingdings" panose="05000000000000000000" pitchFamily="2" charset="2"/>
              </a:rPr>
              <a:t> decide categorical ( </a:t>
            </a:r>
            <a:r>
              <a:rPr lang="en-US" dirty="0" err="1" smtClean="0">
                <a:sym typeface="Wingdings" panose="05000000000000000000" pitchFamily="2" charset="2"/>
              </a:rPr>
              <a:t>ord</a:t>
            </a:r>
            <a:r>
              <a:rPr lang="en-US" dirty="0" smtClean="0">
                <a:sym typeface="Wingdings" panose="05000000000000000000" pitchFamily="2" charset="2"/>
              </a:rPr>
              <a:t> &amp; nominal) , numeric, ( NA value presence)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2. Make list of ordinal, nominal, numeric columns</a:t>
            </a:r>
          </a:p>
          <a:p>
            <a:r>
              <a:rPr lang="en-US" dirty="0" smtClean="0"/>
              <a:t>3. Train the preprocessing module  # steps which can be automated</a:t>
            </a:r>
          </a:p>
          <a:p>
            <a:pPr lvl="1"/>
            <a:r>
              <a:rPr lang="en-US" dirty="0" smtClean="0"/>
              <a:t>0. Replace ‘NA’ or missing value with “</a:t>
            </a:r>
            <a:r>
              <a:rPr lang="en-US" dirty="0" err="1" smtClean="0"/>
              <a:t>np.nan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1. Remove columns / rows which have </a:t>
            </a:r>
            <a:r>
              <a:rPr lang="en-US" b="1" i="1" u="sng" dirty="0" smtClean="0"/>
              <a:t>missing values more than threshold</a:t>
            </a:r>
          </a:p>
          <a:p>
            <a:pPr lvl="1"/>
            <a:r>
              <a:rPr lang="en-US" dirty="0" smtClean="0"/>
              <a:t>2. Remove columns which have single value ( all values are same)</a:t>
            </a:r>
          </a:p>
          <a:p>
            <a:pPr lvl="2"/>
            <a:r>
              <a:rPr lang="en-US" dirty="0" smtClean="0"/>
              <a:t>STORE the list of all remaining columns as </a:t>
            </a:r>
            <a:r>
              <a:rPr lang="en-US" b="1" dirty="0" smtClean="0"/>
              <a:t>VALID columns</a:t>
            </a:r>
          </a:p>
          <a:p>
            <a:pPr lvl="1"/>
            <a:r>
              <a:rPr lang="en-US" dirty="0" smtClean="0"/>
              <a:t>3. Remove repeated rows</a:t>
            </a:r>
          </a:p>
          <a:p>
            <a:pPr lvl="1"/>
            <a:r>
              <a:rPr lang="en-US" dirty="0" smtClean="0"/>
              <a:t>4. Handle (encode) the string columns and convert to numbers</a:t>
            </a:r>
          </a:p>
          <a:p>
            <a:pPr lvl="1"/>
            <a:r>
              <a:rPr lang="en-US" dirty="0" smtClean="0"/>
              <a:t>5. Fill missing values in all columns ( mean /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median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smtClean="0"/>
              <a:t>/ mode)</a:t>
            </a:r>
          </a:p>
          <a:p>
            <a:pPr lvl="1"/>
            <a:r>
              <a:rPr lang="en-US" dirty="0" smtClean="0"/>
              <a:t>6. Normalize / Standardize the numeric columns</a:t>
            </a:r>
          </a:p>
          <a:p>
            <a:pPr lvl="1"/>
            <a:r>
              <a:rPr lang="en-US" dirty="0" smtClean="0"/>
              <a:t>7. Format the target / Transform the target (if required) </a:t>
            </a:r>
          </a:p>
          <a:p>
            <a:pPr marL="0" indent="0">
              <a:buNone/>
            </a:pPr>
            <a:r>
              <a:rPr lang="en-US" sz="2200" u="sng" dirty="0" smtClean="0"/>
              <a:t>*** These steps and sequence are indicative, can be changed / modified.</a:t>
            </a:r>
            <a:endParaRPr lang="en-US" sz="2200" u="sng" dirty="0"/>
          </a:p>
        </p:txBody>
      </p:sp>
    </p:spTree>
    <p:extLst>
      <p:ext uri="{BB962C8B-B14F-4D97-AF65-F5344CB8AC3E}">
        <p14:creationId xmlns:p14="http://schemas.microsoft.com/office/powerpoint/2010/main" val="1785722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Preprocessing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4. Outlier handling on Training Data ONLY( if required)</a:t>
            </a:r>
          </a:p>
          <a:p>
            <a:r>
              <a:rPr lang="en-US" dirty="0" smtClean="0"/>
              <a:t>5. Test data preprocessing</a:t>
            </a:r>
          </a:p>
          <a:p>
            <a:pPr lvl="1"/>
            <a:r>
              <a:rPr lang="en-US" dirty="0" smtClean="0"/>
              <a:t>Apply all the above steps on test data exactly same as training data</a:t>
            </a:r>
          </a:p>
          <a:p>
            <a:pPr lvl="1"/>
            <a:r>
              <a:rPr lang="en-US" dirty="0" smtClean="0"/>
              <a:t>Ex. </a:t>
            </a:r>
          </a:p>
          <a:p>
            <a:pPr lvl="1"/>
            <a:r>
              <a:rPr lang="en-US" dirty="0" smtClean="0"/>
              <a:t>1. Use ONLY VALID_COLUMNS data from test</a:t>
            </a:r>
          </a:p>
          <a:p>
            <a:pPr lvl="1"/>
            <a:r>
              <a:rPr lang="en-US" dirty="0"/>
              <a:t>2</a:t>
            </a:r>
            <a:r>
              <a:rPr lang="en-US" dirty="0" smtClean="0"/>
              <a:t>. Replace missing value with same value which was used to replace in training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23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236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Data Preprocessing</vt:lpstr>
      <vt:lpstr>Preprocessing Steps</vt:lpstr>
      <vt:lpstr>Preprocessing Steps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</dc:title>
  <dc:creator>dac</dc:creator>
  <cp:lastModifiedBy>dac</cp:lastModifiedBy>
  <cp:revision>43</cp:revision>
  <dcterms:created xsi:type="dcterms:W3CDTF">2022-02-10T08:49:25Z</dcterms:created>
  <dcterms:modified xsi:type="dcterms:W3CDTF">2022-02-10T11:35:02Z</dcterms:modified>
</cp:coreProperties>
</file>