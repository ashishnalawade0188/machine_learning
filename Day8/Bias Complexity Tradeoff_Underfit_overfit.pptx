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6YqUwkK9qKbj/x78u9eJINz30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4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Bias Complexity Tradeoff</a:t>
            </a:r>
            <a:br>
              <a:rPr lang="en-US"/>
            </a:br>
            <a:r>
              <a:rPr lang="en-US" sz="4000"/>
              <a:t>aka</a:t>
            </a:r>
            <a:br>
              <a:rPr lang="en-US" sz="4000"/>
            </a:br>
            <a:r>
              <a:rPr lang="en-US" sz="4000"/>
              <a:t>Bias Variance Tradeoff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Bias and Complexity(Variance) in Prediction models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Bias in Model: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Bias is Assumptions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More bias : simple model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Complexity(Variance) in Model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Variance is how much model changes based on different training samples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More Variance : Complex Model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Components of Total Loss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Total Loss / Error of Model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Baseline Loss / Error – Irreducible Error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Error due to Bias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Error Due to variance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Total loss is sum of all of the above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16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Overfitting &amp; Underfitting</a:t>
            </a:r>
            <a:endParaRPr/>
          </a:p>
        </p:txBody>
      </p:sp>
      <p:pic>
        <p:nvPicPr>
          <p:cNvPr id="103" name="Google Shape;103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7863" y="993667"/>
            <a:ext cx="10515600" cy="5631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7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Loss Curve Diagram Explanation</a:t>
            </a: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464457" y="1825625"/>
            <a:ext cx="10889343" cy="473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X axis : Model Complexity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No of iterations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No of features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No of </a:t>
            </a:r>
            <a:r>
              <a:rPr lang="en-US" dirty="0" smtClean="0"/>
              <a:t>samples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smtClean="0"/>
              <a:t>Value of Coefficients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Y axis : Loss /Error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Any types of loss / cost function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Under-fit: When training loss and test (generalization) loss both are high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Over-fit : When training loss is low but test ( generalization) loss is high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Optimal Model: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When Training loss and test (generalization) loss both are low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Solution to Under-Fitting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Increase Iterations of training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Increase data 🡪 rows ( samples) or columns (features)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Solution to Over-Fitting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Regularization ( L1 , L2 or Elastic-net)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Ensemble Learning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Bagging SOLVES Variance problem ?</a:t>
            </a:r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Bagging reduces variance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Bagging creates n Datasets from original using random selection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Randomly select rows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Randomly select columns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random select helps reduce variance problem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Bagging doesn’t address bias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Because there is not iterative improvement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Boosting solves Bias and Variance Both ?</a:t>
            </a:r>
            <a:endParaRPr/>
          </a:p>
        </p:txBody>
      </p:sp>
      <p:sp>
        <p:nvSpPr>
          <p:cNvPr id="127" name="Google Shape;12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Boosting has iterative improvement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One model is iteratively trained multiple times for improvement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Boosting combines result from n different models created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every iteration of improvement one model is created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Every iteration updates the data using error in previous iteration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So, every model is different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Finally combination of results from all iterations helps reduce the variance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838200" y="23519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 </a:t>
            </a:r>
            <a:br>
              <a:rPr lang="en-US"/>
            </a:br>
            <a:r>
              <a:rPr lang="en-US" sz="2800"/>
              <a:t>Details of Bias Variance Calculations</a:t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Details of Bias Variance Calculations</a:t>
            </a:r>
            <a:endParaRPr/>
          </a:p>
        </p:txBody>
      </p:sp>
      <p:sp>
        <p:nvSpPr>
          <p:cNvPr id="138" name="Google Shape;13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Bias and variance calculation requires knowing </a:t>
            </a:r>
            <a:r>
              <a:rPr lang="en-US" b="1"/>
              <a:t>true model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real life datasets, this is not possible!!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So, we don’t have any direct method to do this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do guest work only!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>
            <a:spLocks noGrp="1"/>
          </p:cNvSpPr>
          <p:nvPr>
            <p:ph type="title"/>
          </p:nvPr>
        </p:nvSpPr>
        <p:spPr>
          <a:xfrm>
            <a:off x="726688" y="277378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 : New ERA of Bias &amp; Variance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Bias &amp; Variance in Deep Learning</a:t>
            </a:r>
            <a:endParaRPr/>
          </a:p>
        </p:txBody>
      </p:sp>
      <p:sp>
        <p:nvSpPr>
          <p:cNvPr id="149" name="Google Shape;149;p12"/>
          <p:cNvSpPr txBox="1">
            <a:spLocks noGrp="1"/>
          </p:cNvSpPr>
          <p:nvPr>
            <p:ph type="body" idx="1"/>
          </p:nvPr>
        </p:nvSpPr>
        <p:spPr>
          <a:xfrm>
            <a:off x="838200" y="5609063"/>
            <a:ext cx="105156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Ref: https://www.pnas.org/content/116/32/15849</a:t>
            </a:r>
            <a:endParaRPr/>
          </a:p>
        </p:txBody>
      </p:sp>
      <p:pic>
        <p:nvPicPr>
          <p:cNvPr id="150" name="Google Shape;150;p12" descr="https://www.bradyneal.com/img/bias-variance/double_descen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675" y="1690688"/>
            <a:ext cx="10534650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Widescreen</PresentationFormat>
  <Paragraphs>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Bias Complexity Tradeoff aka Bias Variance Tradeoff</vt:lpstr>
      <vt:lpstr>Bias and Complexity(Variance) in Prediction models</vt:lpstr>
      <vt:lpstr>Components of Total Loss</vt:lpstr>
      <vt:lpstr>Overfitting &amp; Underfitting</vt:lpstr>
      <vt:lpstr>Loss Curve Diagram Explanation</vt:lpstr>
      <vt:lpstr>Solution</vt:lpstr>
      <vt:lpstr>How Bagging SOLVES Variance problem ?</vt:lpstr>
      <vt:lpstr>How Boosting solves Bias and Variance Both ?</vt:lpstr>
      <vt:lpstr>Extra  Details of Bias Variance Calculations</vt:lpstr>
      <vt:lpstr>Details of Bias Variance Calculations</vt:lpstr>
      <vt:lpstr>Extra : New ERA of Bias &amp; Variance</vt:lpstr>
      <vt:lpstr>Bias &amp; Variance in Deep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 Complexity Tradeoff aka Bias Variance Tradeoff</dc:title>
  <dc:creator>Lenovo</dc:creator>
  <cp:lastModifiedBy>cdacstaff</cp:lastModifiedBy>
  <cp:revision>1</cp:revision>
  <dcterms:created xsi:type="dcterms:W3CDTF">2021-06-19T03:07:06Z</dcterms:created>
  <dcterms:modified xsi:type="dcterms:W3CDTF">2026-05-27T10:51:22Z</dcterms:modified>
</cp:coreProperties>
</file>